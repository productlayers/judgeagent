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9b2a9c93384897" /><Relationship Type="http://schemas.openxmlformats.org/officeDocument/2006/relationships/extended-properties" Target="/docProps/app.xml" Id="R4c2cdf2b8ebb4683" /><Relationship Type="http://schemas.openxmlformats.org/officeDocument/2006/relationships/officeDocument" Target="/ppt/presentation.xml" Id="R8534dca197ca41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f1ae45f9344ddf"/>
  </p:sldMasterIdLst>
  <p:notesMasterIdLst>
    <p:notesMasterId xmlns:r="http://schemas.openxmlformats.org/officeDocument/2006/relationships" r:id="R223630923b724700"/>
  </p:notesMasterIdLst>
  <p:sldIdLst>
    <p:sldId xmlns:r="http://schemas.openxmlformats.org/officeDocument/2006/relationships" id="256" r:id="Rf0a11cb8a5e04050"/>
    <p:sldId xmlns:r="http://schemas.openxmlformats.org/officeDocument/2006/relationships" id="257" r:id="R30f103b94b0d411f"/>
    <p:sldId xmlns:r="http://schemas.openxmlformats.org/officeDocument/2006/relationships" id="258" r:id="R8c65b3f56c284b08"/>
    <p:sldId xmlns:r="http://schemas.openxmlformats.org/officeDocument/2006/relationships" id="259" r:id="Re3e66c58a3694b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c30b8642e44fcc" /><Relationship Type="http://schemas.openxmlformats.org/officeDocument/2006/relationships/slideMaster" Target="/ppt/slideMasters/slideMaster1.xml" Id="R82f1ae45f9344ddf" /><Relationship Type="http://schemas.openxmlformats.org/officeDocument/2006/relationships/notesMaster" Target="/ppt/notesMasters/notesMaster1.xml" Id="R223630923b724700" /><Relationship Type="http://schemas.openxmlformats.org/officeDocument/2006/relationships/presProps" Target="/ppt/presProps.xml" Id="R2002fd31d9cb4210" /><Relationship Type="http://schemas.openxmlformats.org/officeDocument/2006/relationships/viewProps" Target="/ppt/viewProps.xml" Id="R19294506de0c48a3" /><Relationship Type="http://schemas.openxmlformats.org/officeDocument/2006/relationships/tableStyles" Target="/ppt/tableStyles.xml" Id="R64f85b25056d43a7" /><Relationship Type="http://schemas.openxmlformats.org/officeDocument/2006/relationships/slide" Target="/ppt/slides/slide1.xml" Id="Rf0a11cb8a5e04050" /><Relationship Type="http://schemas.openxmlformats.org/officeDocument/2006/relationships/slide" Target="/ppt/slides/slide2.xml" Id="R30f103b94b0d411f" /><Relationship Type="http://schemas.openxmlformats.org/officeDocument/2006/relationships/slide" Target="/ppt/slides/slide3.xml" Id="R8c65b3f56c284b08" /><Relationship Type="http://schemas.openxmlformats.org/officeDocument/2006/relationships/slide" Target="/ppt/slides/slide4.xml" Id="Re3e66c58a3694b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e2dec16d3e43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fc70071a6849d2" /><Relationship Type="http://schemas.openxmlformats.org/officeDocument/2006/relationships/notesMaster" Target="/ppt/notesMasters/notesMaster1.xml" Id="Reee13fdaba3d40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c1625751374291" /><Relationship Type="http://schemas.openxmlformats.org/officeDocument/2006/relationships/notesMaster" Target="/ppt/notesMasters/notesMaster1.xml" Id="R2d54f63141844c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c185d3b20c4a8a" /><Relationship Type="http://schemas.openxmlformats.org/officeDocument/2006/relationships/notesMaster" Target="/ppt/notesMasters/notesMaster1.xml" Id="Rdbefcf455e6d4a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5bc1a68d974ec3" /><Relationship Type="http://schemas.openxmlformats.org/officeDocument/2006/relationships/notesMaster" Target="/ppt/notesMasters/notesMaster1.xml" Id="Re19c9de91fee49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bfd0c4900a4f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da0e68d2cf46a8" /><Relationship Type="http://schemas.openxmlformats.org/officeDocument/2006/relationships/slideLayout" Target="/ppt/slideLayouts/slideLayout1.xml" Id="Rf0b7ddfe9dce4f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b7ddfe9dce4f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410a8b6974981" /><Relationship Type="http://schemas.openxmlformats.org/officeDocument/2006/relationships/notesSlide" Target="/ppt/notesSlides/notesSlide1.xml" Id="R7220bd09d5924d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6065c76b549ea" /><Relationship Type="http://schemas.openxmlformats.org/officeDocument/2006/relationships/notesSlide" Target="/ppt/notesSlides/notesSlide2.xml" Id="R058adec7221848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80a7552e047c7" /><Relationship Type="http://schemas.openxmlformats.org/officeDocument/2006/relationships/notesSlide" Target="/ppt/notesSlides/notesSlide3.xml" Id="R678c05f4e3884d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08a71f8934aef" /><Relationship Type="http://schemas.openxmlformats.org/officeDocument/2006/relationships/notesSlide" Target="/ppt/notesSlides/notesSlide4.xml" Id="R9ec20622d4c7456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11F37A-40E0-426A-977F-B98359F4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4"/>
          </a:solidFill>
          <a:ln xmlns:a="http://schemas.openxmlformats.org/drawingml/2006/main" w="0">
            <a:solidFill>
              <a:srgbClr val="10212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C38D6-50D9-49C6-9466-BF7412C0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D8C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FD8CF"/>
                </a:solidFill>
                <a:latin typeface="Aptos"/>
                <a:ea typeface="Aptos"/>
                <a:cs typeface="Aptos"/>
              </a:rPr>
              <a:t>AGENT RELAY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EE399-ABD4-4C70-8708-3AF105CA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81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Audit agent handoffs before the next agent acts.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A6013-C196-43F7-ABD6-97B126BD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D7D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C9D7D8"/>
                </a:solidFill>
                <a:latin typeface="Aptos"/>
                <a:ea typeface="Aptos"/>
                <a:cs typeface="Aptos"/>
              </a:rPr>
              <a:t>Agent builders should not rebuild judge code for every workflow. They need one relay that watches claims, proof, and the next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03D70-6CB2-40C1-A192-4F07DB58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7810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23963-FB12-4121-B311-9750F515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866775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FAILURE MODE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B20A3-6515-490B-9584-53B91BB6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47800"/>
            <a:ext cx="2667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337"/>
          </a:solidFill>
          <a:ln xmlns:a="http://schemas.openxmlformats.org/drawingml/2006/main" w="19050">
            <a:solidFill>
              <a:srgbClr val="4057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8A085-F1F7-4D68-81FB-725D47C1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478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A"/>
          </a:solidFill>
          <a:ln xmlns:a="http://schemas.openxmlformats.org/drawingml/2006/main" w="0">
            <a:solidFill>
              <a:srgbClr val="087F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21FA7-CC5C-477D-94FB-D98867E4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38300"/>
            <a:ext cx="2247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Planner says done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1DE67-4012-4679-9D83-D99DEDA9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90750"/>
            <a:ext cx="2247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7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9D7D8"/>
                </a:solidFill>
                <a:latin typeface="Aptos"/>
                <a:ea typeface="Aptos"/>
                <a:cs typeface="Aptos"/>
              </a:rPr>
              <a:t>Trip plan is ready.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09D93-B5D3-43D4-A1AE-2AC363FB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289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43"/>
          </a:solidFill>
          <a:ln xmlns:a="http://schemas.openxmlformats.org/drawingml/2006/main" w="0">
            <a:solidFill>
              <a:srgbClr val="B423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D82EC-317E-4392-B5DE-B735C2BA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86075"/>
            <a:ext cx="28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23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234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AFF9F1-04AC-486C-A1E3-C2420095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2667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328"/>
          </a:solidFill>
          <a:ln xmlns:a="http://schemas.openxmlformats.org/drawingml/2006/main" w="19050">
            <a:solidFill>
              <a:srgbClr val="6B3C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2CCCB-37AD-4756-918D-DB7C1AF2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43"/>
          </a:solidFill>
          <a:ln xmlns:a="http://schemas.openxmlformats.org/drawingml/2006/main" w="0">
            <a:solidFill>
              <a:srgbClr val="B423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12020-90DE-4E27-B1F3-CC387AD5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48050"/>
            <a:ext cx="2247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Booker is paused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52313-493F-43FB-BDE9-603DCBAD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00500"/>
            <a:ext cx="2247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7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9D7D8"/>
                </a:solidFill>
                <a:latin typeface="Aptos"/>
                <a:ea typeface="Aptos"/>
                <a:cs typeface="Aptos"/>
              </a:rPr>
              <a:t>Budget math and flight evidence are missing.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0D6AE-4583-498E-BEBB-6CA078CD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84B"/>
          </a:solidFill>
          <a:ln xmlns:a="http://schemas.openxmlformats.org/drawingml/2006/main" w="0">
            <a:solidFill>
              <a:srgbClr val="334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5A10E-7CD5-4EED-B406-CADC8C4E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Claim without proof is not a handoff.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066FC-6C05-4000-AB0A-8B76C6B6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84835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7D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9D7D8"/>
                </a:solidFill>
                <a:latin typeface="Aptos"/>
                <a:ea typeface="Aptos"/>
                <a:cs typeface="Aptos"/>
              </a:rPr>
              <a:t>Agent Relay turns that gap into a visible pause and a fix.</a:t>
            </a:r>
          </a:p>
        </p:txBody>
      </p:sp>
    </p:spTree>
    <p:extLst>
      <p:ext uri="{BB962C8B-B14F-4D97-AF65-F5344CB8AC3E}">
        <p14:creationId xmlns:p14="http://schemas.microsoft.com/office/powerpoint/2010/main" val="20690215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BEF06B-2378-4D93-9DC6-FC8E6746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7"/>
          </a:solidFill>
          <a:ln xmlns:a="http://schemas.openxmlformats.org/drawingml/2006/main" w="0">
            <a:solidFill>
              <a:srgbClr val="F5F8F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EEA0F-9E10-4EA1-BA88-404E8528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7A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22AD8-111B-4635-85DC-1AC35D57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953500" cy="617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rPr>
              <a:t>Connect once. Judge each handoff.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D53BF-3B00-4E9A-B27C-F656DF9B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Agent Relay sits between agents, checks what the upstream agent claims, and either lets the downstream agent act or pauses with a repair.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D2F7B-54D8-4A32-8F85-10B462FD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2190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0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3E9ED-070E-4B67-BDC7-A7721F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6D98"/>
          </a:solidFill>
          <a:ln xmlns:a="http://schemas.openxmlformats.org/drawingml/2006/main" w="0">
            <a:solidFill>
              <a:srgbClr val="296D9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71573-1719-4583-9752-C3B5D8F6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771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Agent says done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C8016-B6B2-44D0-8D87-A195BF27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1771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Planner, researcher, coder, reviewer, or any custom node.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037DB-8892-4B3A-B134-F49119CD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10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4"/>
          </a:solidFill>
          <a:ln xmlns:a="http://schemas.openxmlformats.org/drawingml/2006/main" w="0">
            <a:solidFill>
              <a:srgbClr val="10212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B0EFA-11CE-48CC-B4DD-104C1E62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67125"/>
            <a:ext cx="28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EEECB-0D2C-45F0-96BC-69C4A5C7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24200"/>
            <a:ext cx="2286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0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DC521-77EC-495A-8CC5-B6368B42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242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A"/>
          </a:solidFill>
          <a:ln xmlns:a="http://schemas.openxmlformats.org/drawingml/2006/main" w="0">
            <a:solidFill>
              <a:srgbClr val="087F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0505F-3DB5-4745-BC99-198C2471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1470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audit_handoff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79B52-8DF4-4929-85BD-B0879A8E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6715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goal, claim, evidence, from_node, to_node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9FC0E5-0CC5-494E-BAC6-ADBAAA7C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4"/>
          </a:solidFill>
          <a:ln xmlns:a="http://schemas.openxmlformats.org/drawingml/2006/main" w="0">
            <a:solidFill>
              <a:srgbClr val="1021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81BC1-9CFD-4F25-B3AE-3F05CC52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67125"/>
            <a:ext cx="28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4F5D4-2C9E-4EA3-81A4-5F737F8B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24200"/>
            <a:ext cx="2190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EF170-276F-4219-B316-EFB67455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242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6400"/>
          </a:solidFill>
          <a:ln xmlns:a="http://schemas.openxmlformats.org/drawingml/2006/main" w="0">
            <a:solidFill>
              <a:srgbClr val="A964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7848CC-85DD-4E88-A92C-A3D4DB7A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14700"/>
            <a:ext cx="1771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Agent Relay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F357F0-337C-4B13-BA52-41D8B803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67150"/>
            <a:ext cx="1771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What is proven, missing, risky, and repairable.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8C21B-400E-4C67-B7E5-7D3B5901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10000"/>
            <a:ext cx="628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43"/>
          </a:solidFill>
          <a:ln xmlns:a="http://schemas.openxmlformats.org/drawingml/2006/main" w="0">
            <a:solidFill>
              <a:srgbClr val="B4234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5071F9-2536-4A55-A610-61571126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67125"/>
            <a:ext cx="28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23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234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457EDC-23B4-4D59-A441-52F660F4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24200"/>
            <a:ext cx="1238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0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36682E-D6C4-4AB1-8FB3-026D7331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242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43"/>
          </a:solidFill>
          <a:ln xmlns:a="http://schemas.openxmlformats.org/drawingml/2006/main" w="0">
            <a:solidFill>
              <a:srgbClr val="B423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F73C9C-88E2-4C8A-A40C-A39D7544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14700"/>
            <a:ext cx="81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Act or pause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B93689-766E-406A-A228-F71715B7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867150"/>
            <a:ext cx="819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No silent bad handoffs.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F6F4B4-EB1E-4AD7-84D4-20E6343F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E"/>
          </a:solidFill>
          <a:ln xmlns:a="http://schemas.openxmlformats.org/drawingml/2006/main" w="0">
            <a:solidFill>
              <a:srgbClr val="DFF2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00D84E-A0D1-41C9-8611-39632A29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3257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7A"/>
                </a:solidFill>
                <a:latin typeface="Aptos"/>
                <a:ea typeface="Aptos"/>
                <a:cs typeface="Aptos"/>
              </a:rPr>
              <a:t>NO NEW JUDGE CODE PER WORKFLOW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15A3A1-A5B6-42F1-B992-C8FC9714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81650"/>
            <a:ext cx="609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Builders send the same handoff payload from any agent flow.</a:t>
            </a:r>
          </a:p>
        </p:txBody>
      </p:sp>
    </p:spTree>
    <p:extLst>
      <p:ext uri="{BB962C8B-B14F-4D97-AF65-F5344CB8AC3E}">
        <p14:creationId xmlns:p14="http://schemas.microsoft.com/office/powerpoint/2010/main" val="11414199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00065C-DBB3-4407-8E8B-F28B30C4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4FB1F-55B4-4EE5-8BD2-32C606F1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2343"/>
                </a:solidFill>
                <a:latin typeface="Aptos"/>
                <a:ea typeface="Aptos"/>
                <a:cs typeface="Aptos"/>
              </a:rPr>
              <a:t>LIVE INSIGHTS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74FA0-18F0-48AD-AD9C-9984924C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953500" cy="617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rPr>
              <a:t>The dashboard answers: now what?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600E8-DD2E-4AB4-8A06-6ACB6574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Not a wall of metrics. A short list of reasons the flow is blocked and the next action to unlock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D22DC-43DB-452E-97F7-9297A302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3143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8"/>
          </a:solidFill>
          <a:ln xmlns:a="http://schemas.openxmlformats.org/drawingml/2006/main" w="19050">
            <a:solidFill>
              <a:srgbClr val="C7E1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F2928-1744-4173-850D-18D19A60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6D98"/>
          </a:solidFill>
          <a:ln xmlns:a="http://schemas.openxmlformats.org/drawingml/2006/main" w="0">
            <a:solidFill>
              <a:srgbClr val="296D9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0602B-EB26-486A-A84D-D5FC18AF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2724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What the agent claimed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D5E9A-DD91-449A-9A88-B21D965E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2724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The trip is complete and ready to book.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2665C-2F8E-4410-9F32-8BBF529C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14650"/>
            <a:ext cx="3143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8EC"/>
          </a:solidFill>
          <a:ln xmlns:a="http://schemas.openxmlformats.org/drawingml/2006/main" w="19050">
            <a:solidFill>
              <a:srgbClr val="EFBE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E0C51-7DD5-4408-BD99-D96C4768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14650"/>
            <a:ext cx="666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43"/>
          </a:solidFill>
          <a:ln xmlns:a="http://schemas.openxmlformats.org/drawingml/2006/main" w="0">
            <a:solidFill>
              <a:srgbClr val="B423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88DCF-D6BB-4A92-8848-4FA1EBF6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05150"/>
            <a:ext cx="2724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Why it is not true yet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AE81B-8261-445F-ABC3-126B5279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57600"/>
            <a:ext cx="2724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Budget math and flight evidence are not proven.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D0BBF-B207-446A-9093-38EB745C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14650"/>
            <a:ext cx="3143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E"/>
          </a:solidFill>
          <a:ln xmlns:a="http://schemas.openxmlformats.org/drawingml/2006/main" w="19050">
            <a:solidFill>
              <a:srgbClr val="BCDE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F18D2-880C-495A-94CE-D72F84EC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14650"/>
            <a:ext cx="666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A"/>
          </a:solidFill>
          <a:ln xmlns:a="http://schemas.openxmlformats.org/drawingml/2006/main" w="0">
            <a:solidFill>
              <a:srgbClr val="087F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4339D-474F-4163-891D-AA6E1F22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05150"/>
            <a:ext cx="2724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What fixes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AC6FDF-7F9A-45BB-8C9D-6CBA7AE7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57600"/>
            <a:ext cx="2724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Ask Planner for a proof table, then retry Booker.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A8CB25-D31B-437F-8A5C-0F2D91E8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4"/>
          </a:solidFill>
          <a:ln xmlns:a="http://schemas.openxmlformats.org/drawingml/2006/main" w="0">
            <a:solidFill>
              <a:srgbClr val="10212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C52CD-CE95-4E86-945B-BF170F58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1175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PROVOCATIVE DEFAULT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5C864A-3B57-4494-A652-8A11B62B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054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If the next agent cannot trust it, the flow should not continue.</a:t>
            </a:r>
          </a:p>
        </p:txBody>
      </p:sp>
    </p:spTree>
    <p:extLst>
      <p:ext uri="{BB962C8B-B14F-4D97-AF65-F5344CB8AC3E}">
        <p14:creationId xmlns:p14="http://schemas.microsoft.com/office/powerpoint/2010/main" val="11250032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BC2632-A337-4145-83AB-F48B48B6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7"/>
          </a:solidFill>
          <a:ln xmlns:a="http://schemas.openxmlformats.org/drawingml/2006/main" w="0">
            <a:solidFill>
              <a:srgbClr val="F5F8F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AE62B-A3BD-45C8-9463-B0AB7D99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7A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B1772-2103-4696-BA72-F2330AF4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5915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02124"/>
                </a:solidFill>
                <a:latin typeface="Aptos Display"/>
                <a:ea typeface="Aptos Display"/>
                <a:cs typeface="Aptos Display"/>
              </a:rPr>
              <a:t>MCP + Redis + CopilotKit.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BE6A5-CB97-4C93-B918-3B1AAEBF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895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Agent Relay is a thin relay over real traces: ingest the handoff, stream the audit, show the pause, and let Copilot patch the 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3F172-2920-4A7C-BE76-0E9A9185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809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0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C124B-E2D1-4903-B556-32C99D56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6D98"/>
          </a:solidFill>
          <a:ln xmlns:a="http://schemas.openxmlformats.org/drawingml/2006/main" w="0">
            <a:solidFill>
              <a:srgbClr val="296D9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78A71-1532-496B-94AE-AD2FC019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1390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Agent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030A8-2DD0-401B-B7B1-50533D2E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1390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Travel demo or builder's own agents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17207-7056-4A88-889A-5990D4BD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337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4"/>
          </a:solidFill>
          <a:ln xmlns:a="http://schemas.openxmlformats.org/drawingml/2006/main" w="0">
            <a:solidFill>
              <a:srgbClr val="10212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9EDDA-4371-43C4-BEE6-E5FB3C73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90875"/>
            <a:ext cx="28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11873-03C4-4B01-A97F-7B54DD76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1809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0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21E0D-82AA-4D22-8BA3-64BC74D4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A"/>
          </a:solidFill>
          <a:ln xmlns:a="http://schemas.openxmlformats.org/drawingml/2006/main" w="0">
            <a:solidFill>
              <a:srgbClr val="087F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7A385-A49E-4CD4-8E7E-0A96E578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90850"/>
            <a:ext cx="1390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MCP endpoint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82BD13-8721-4587-9DDA-34FEA3F1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43300"/>
            <a:ext cx="1390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audit_handoff input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ED8CB-A84D-47BA-8E77-BC432EF1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337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4"/>
          </a:solidFill>
          <a:ln xmlns:a="http://schemas.openxmlformats.org/drawingml/2006/main" w="0">
            <a:solidFill>
              <a:srgbClr val="1021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7B1BC-AE3D-4B07-9801-1B63034F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28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77E7CF-705A-492D-A5DA-A49C7DF6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00350"/>
            <a:ext cx="1809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22DDE1-AFA4-4638-A816-40BEB19A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0035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6400"/>
          </a:solidFill>
          <a:ln xmlns:a="http://schemas.openxmlformats.org/drawingml/2006/main" w="0">
            <a:solidFill>
              <a:srgbClr val="A964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94F121-9D77-4747-99BF-25E4EC8F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90850"/>
            <a:ext cx="1390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Judge runtime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296040-5A64-4857-978E-C2017620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43300"/>
            <a:ext cx="1390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Claim, proof, risk, repair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468AF4-28AE-4876-A4CE-6C73958B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337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4"/>
          </a:solidFill>
          <a:ln xmlns:a="http://schemas.openxmlformats.org/drawingml/2006/main" w="0">
            <a:solidFill>
              <a:srgbClr val="10212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0F441F-B1FB-4A90-AAF2-BDB0155A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90875"/>
            <a:ext cx="28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7F7CAE-B048-46A9-97FA-F79D9BEA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00350"/>
            <a:ext cx="24574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0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E83D7-F24D-472E-ABDB-1E298481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0035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43"/>
          </a:solidFill>
          <a:ln xmlns:a="http://schemas.openxmlformats.org/drawingml/2006/main" w="0">
            <a:solidFill>
              <a:srgbClr val="B423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1886A6-BDEB-497C-B7E1-18AAFA96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908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CopilotKit UI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34F7DA-7C5D-4D36-8132-55D68034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4330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Visual flow, agent details, prompt patch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E0A279-5E65-4543-9FB5-6D5407FD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67250"/>
            <a:ext cx="7981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0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BB35C9-F54C-45CB-9F39-9D60091B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67250"/>
            <a:ext cx="66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382D"/>
          </a:solidFill>
          <a:ln xmlns:a="http://schemas.openxmlformats.org/drawingml/2006/main" w="0">
            <a:solidFill>
              <a:srgbClr val="DC382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CBB474-3667-46EF-9481-BE4348A4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577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Redis live stream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EB2584-1A09-4965-980E-4BAC8982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1965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Replay every audit event in the dashboard while the agent flow is running.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5462C0-6B58-4339-BF56-8D489FBA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A"/>
          </a:solidFill>
          <a:ln xmlns:a="http://schemas.openxmlformats.org/drawingml/2006/main" w="0">
            <a:solidFill>
              <a:srgbClr val="087F7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28E66D-D948-4D46-B1B4-DB497302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007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E74251-A590-40D5-91AB-1F294C16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71500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2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124"/>
                </a:solidFill>
                <a:latin typeface="Aptos"/>
                <a:ea typeface="Aptos"/>
                <a:cs typeface="Aptos"/>
              </a:rPr>
              <a:t>A pass, pause, or repair request builders can act on immediately.</a:t>
            </a:r>
          </a:p>
        </p:txBody>
      </p:sp>
    </p:spTree>
    <p:extLst>
      <p:ext uri="{BB962C8B-B14F-4D97-AF65-F5344CB8AC3E}">
        <p14:creationId xmlns:p14="http://schemas.microsoft.com/office/powerpoint/2010/main" val="1155582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2026-06-07T19:29:53.7540000Z</dcterms:created>
  <dcterms:modified xsi:type="dcterms:W3CDTF">2026-06-07T19:29:53.7540000Z</dcterms:modified>
</coreProperties>
</file>